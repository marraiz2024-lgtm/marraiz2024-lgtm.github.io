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0058f10-0226-132d-b8f7-5cea3739647d}">
          <p14:sldIdLst>
            <p14:sldId id="256"/>
          </p14:sldIdLst>
        </p14:section>
        <p14:section name="Situación" id="{7a8208f8-8dbc-c459-2f7e-b0c82fc18d93}">
          <p14:sldIdLst>
            <p14:sldId id="257"/>
          </p14:sldIdLst>
        </p14:section>
        <p14:section name="Expresión 1" id="{8829f43a-c92b-7990-a9f3-1ba954a28023}">
          <p14:sldIdLst>
            <p14:sldId id="258"/>
          </p14:sldIdLst>
        </p14:section>
        <p14:section name="Modelado" id="{bcf3456a-59cf-c025-cb59-0612ef634003}">
          <p14:sldIdLst>
            <p14:sldId id="259"/>
          </p14:sldIdLst>
        </p14:section>
        <p14:section name="Expresión 2" id="{9901df5f-e4c7-10ae-67fa-5c365fdb5670}">
          <p14:sldIdLst>
            <p14:sldId id="260"/>
          </p14:sldIdLst>
        </p14:section>
        <p14:section name="Ejemplo" id="{08cb9061-87cc-8185-1a1a-90537d9cc8aa}">
          <p14:sldIdLst>
            <p14:sldId id="261"/>
          </p14:sldIdLst>
        </p14:section>
        <p14:section name="Práctica guiada" id="{7174dcd9-e18c-3657-b84c-b3dc9cf983cd}">
          <p14:sldIdLst>
            <p14:sldId id="262"/>
            <p14:sldId id="263"/>
          </p14:sldIdLst>
        </p14:section>
        <p14:section name="Comprobación" id="{a6b2eee7-b774-26f5-517c-1837cf296c0d}">
          <p14:sldIdLst>
            <p14:sldId id="264"/>
            <p14:sldId id="265"/>
          </p14:sldIdLst>
        </p14:section>
        <p14:section name="Cierre" id="{d877ee90-3c5f-5511-3945-c9c10375c47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APERTURA
Hola. ¿Te ha pasado que alguien te dice algo en inglés y no lo escuchas bien? En esta microclase vas a practicar dos frases corteses para pedir que repitan. Al final, úsalas en un diálogo y responde al dato que escuches.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[0:25–0:55] SITUACIÓN
Escucha esta conversación. (Reproduce o di la respuesta rápido y con volumen bajo.)
A: What do you do? B: I work in a shop.
¿Escuchaste la ocupación? Si no, no hace falta adivinar ni decir solo “What?”. Puedes pedir que la persona repita.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[0:55–1:35] EXPRESIÓN 1
Primera expresión. Di: “Sorry, could you say that again?”. Significa: “Perdón, ¿podrías repetir eso?”.
“Sorry” suaviza la interrupción. “Could you” hace la petición cortés. “Say that again” pide escuchar el mensaje otra vez. (Señala cada segmento en pantalla.)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[1:35–2:10] MODELADO
A: What do you do? B: I work in a shop. A: Sorry, could you say that again? B: Sure. I said, “I work in a shop.” A: Oh, you work in a shop. Thanks.
La otra persona repite la información y quien escucha confirma que la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[2:10–2:55] EXPRESIÓN 2
También puedes decir lo que te pasó: “Sorry, I didn’t catch that.”. Significa: “Perdón, no alcancé a escuchar eso”. “Catch” significa captar o alcanzar a escuchar.
Aquí no pides la repetición de forma directa. Explicas que no escuchaste y la otra persona entiende que debe repetir. Suena natural con compañeros, clientes y amigos.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[2:55–3:25] EJEMPLO
Mira un ejemplo. A: Where do you live? B: I live in Houston. A: Sorry, I didn’t catch that. B: No problem. I said, “I live in Houston.” A: Oh, you live in Houston. Nice.
A no escuchó la ciudad. B repite el dato y A confirma que lo entendió.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[3:25–3:55] PRÁCTICA GUIADA
Ahora te toca. Escucha: “I’m from Colombia, and I live in Miami.” (Pausa de 5 segundos.) ¿Qué puedes decir si no escuchaste bien? (Pausa de 4 segundos.)
Audio: reprodúcelo con volumen 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[3:55–4:15] RESPUESTAS
Muy bien. Puedes decir: “Sorry, could you say that again?” o “Sorry, I didn’t catch that.” La respuesta puede ser: “Sure. I said, ‘I’m from Colombia, and I live in Miami.’”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[4:15–4:55] COMPROBACIÓN
Último intento. Escucha: “I like hiking after work.” (Pausa de 5 segundos.) Pide que lo repitan. (Pausa.) Ahora escucha la respuesta otra vez: “I like hiking after work.” ¿Qué le gusta hacer? (Pausa de 4 segundos.)
Avanza al siguiente slide solo después de la pausa.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[4:55–5:20] RESPUESTA
Hiking: le gusta hacer caminatas. Para completar la interacción, podrías responder: “Oh, you like hiking. That sounds fun.”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[5:20–6:00] CIERRE
Hoy practicaste dos formas corteses de reparar una dificultad: “Sorry, could you say that again?” y “Sorry, I didn’t catch that.” Recuerda los dos pasos: pedir que repitan y responder al dato que escuchaste.
Pregunta de salida: ¿cómo pedirías que repitan si no escuchas “I’m a nurse”? Pausa el video, responde en voz alta con la expresión que prefieras y luego comprueba con las dos frases en pantalla.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8704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83080" y="6144768"/>
            <a:ext cx="9875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548640" y="6400800"/>
            <a:ext cx="11109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OP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Asking for repetition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Pastilla microclase"/>
          <p:cNvSpPr/>
          <p:nvPr/>
        </p:nvSpPr>
        <p:spPr>
          <a:xfrm>
            <a:off x="548640" y="1188720"/>
            <a:ext cx="2377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o pastilla"/>
          <p:cNvSpPr txBox="1"/>
          <p:nvPr/>
        </p:nvSpPr>
        <p:spPr>
          <a:xfrm>
            <a:off x="548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Microclase · 6 min</a:t>
            </a:r>
            <a:endParaRPr lang="en-US" sz="1600" dirty="0"/>
          </a:p>
        </p:txBody>
      </p:sp>
      <p:sp>
        <p:nvSpPr>
          <p:cNvPr id="8" name="Título portada"/>
          <p:cNvSpPr txBox="1"/>
          <p:nvPr/>
        </p:nvSpPr>
        <p:spPr>
          <a:xfrm>
            <a:off x="548640" y="1783080"/>
            <a:ext cx="7040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SORRY, COULD YOU SAY THAT AGAIN?</a:t>
            </a:r>
            <a:endParaRPr lang="en-US" sz="5400" dirty="0"/>
          </a:p>
        </p:txBody>
      </p:sp>
      <p:sp>
        <p:nvSpPr>
          <p:cNvPr id="9" name="Subtítulo portada"/>
          <p:cNvSpPr txBox="1"/>
          <p:nvPr/>
        </p:nvSpPr>
        <p:spPr>
          <a:xfrm>
            <a:off x="548640" y="44348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repitan con cortesía y responde al dato que escuchas.</a:t>
            </a:r>
            <a:endParaRPr lang="en-US" sz="2600" dirty="0"/>
          </a:p>
        </p:txBody>
      </p:sp>
      <p:sp>
        <p:nvSpPr>
          <p:cNvPr id="10" name="Lema"/>
          <p:cNvSpPr/>
          <p:nvPr/>
        </p:nvSpPr>
        <p:spPr>
          <a:xfrm>
            <a:off x="548640" y="5577840"/>
            <a:ext cx="3840480" cy="502920"/>
          </a:xfrm>
          <a:prstGeom prst="roundRect">
            <a:avLst>
              <a:gd name="adj" fmla="val 21818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o lema"/>
          <p:cNvSpPr txBox="1"/>
          <p:nvPr/>
        </p:nvSpPr>
        <p:spPr>
          <a:xfrm>
            <a:off x="54864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800" dirty="0"/>
          </a:p>
        </p:txBody>
      </p:sp>
      <p:sp>
        <p:nvSpPr>
          <p:cNvPr id="12" name="Marco avatar"/>
          <p:cNvSpPr/>
          <p:nvPr/>
        </p:nvSpPr>
        <p:spPr>
          <a:xfrm>
            <a:off x="7799832" y="1051560"/>
            <a:ext cx="3841784" cy="4754880"/>
          </a:xfrm>
          <a:prstGeom prst="roundRect">
            <a:avLst>
              <a:gd name="adj" fmla="val 285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1143000"/>
            <a:ext cx="3658904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¿ESCUCHASTE LA OCUPACIÓN?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6583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Etiqueta diálogo"/>
          <p:cNvSpPr txBox="1"/>
          <p:nvPr/>
        </p:nvSpPr>
        <p:spPr>
          <a:xfrm>
            <a:off x="86868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</a:t>
            </a:r>
            <a:endParaRPr lang="en-US" sz="1800" dirty="0"/>
          </a:p>
        </p:txBody>
      </p:sp>
      <p:pic>
        <p:nvPicPr>
          <p:cNvPr id="9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Diálogo"/>
          <p:cNvSpPr txBox="1"/>
          <p:nvPr/>
        </p:nvSpPr>
        <p:spPr>
          <a:xfrm>
            <a:off x="868680" y="2743200"/>
            <a:ext cx="5943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3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2600"/>
              </a:spcAft>
              <a:buNone/>
            </a:pPr>
            <a:r>
              <a:rPr lang="en-US" sz="3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do you do?</a:t>
            </a:r>
            <a:endParaRPr lang="en-US" sz="24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3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2600"/>
              </a:spcAft>
              <a:buNone/>
            </a:pPr>
            <a:r>
              <a:rPr lang="en-US" sz="3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work in a shop.</a:t>
            </a:r>
            <a:endParaRPr lang="en-US" sz="2400" dirty="0"/>
          </a:p>
        </p:txBody>
      </p:sp>
      <p:sp>
        <p:nvSpPr>
          <p:cNvPr id="11" name="Tarjeta consejo"/>
          <p:cNvSpPr/>
          <p:nvPr/>
        </p:nvSpPr>
        <p:spPr>
          <a:xfrm>
            <a:off x="7406640" y="1874520"/>
            <a:ext cx="42336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2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103120"/>
            <a:ext cx="640080" cy="640080"/>
          </a:xfrm>
          <a:prstGeom prst="rect">
            <a:avLst/>
          </a:prstGeom>
        </p:spPr>
      </p:pic>
      <p:sp>
        <p:nvSpPr>
          <p:cNvPr id="13" name="Consejo"/>
          <p:cNvSpPr txBox="1"/>
          <p:nvPr/>
        </p:nvSpPr>
        <p:spPr>
          <a:xfrm>
            <a:off x="7680960" y="292608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adivines ni digas solo “What?”.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la persona repita.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EXPRESIÓN 1: PEDIR QUE REPITAN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suaviza la interrupción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 you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hace la petición cortés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say that again?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escuchar el mensaje otra vez</a:t>
            </a:r>
            <a:endParaRPr lang="en-US" sz="2400" dirty="0"/>
          </a:p>
        </p:txBody>
      </p:sp>
      <p:sp>
        <p:nvSpPr>
          <p:cNvPr id="19" name="Barra significado"/>
          <p:cNvSpPr/>
          <p:nvPr/>
        </p:nvSpPr>
        <p:spPr>
          <a:xfrm>
            <a:off x="548640" y="4572000"/>
            <a:ext cx="11091672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5720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Perdón, ¿podrías repetir eso?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MODELADO EN ACCIÓN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70408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Diálogo"/>
          <p:cNvSpPr txBox="1"/>
          <p:nvPr/>
        </p:nvSpPr>
        <p:spPr>
          <a:xfrm>
            <a:off x="868680" y="20574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do you do?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work in a shop.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I said, “I work in a shop.”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work in a shop. Thanks.</a:t>
            </a:r>
            <a:endParaRPr lang="en-US" sz="2400" dirty="0"/>
          </a:p>
        </p:txBody>
      </p:sp>
      <p:sp>
        <p:nvSpPr>
          <p:cNvPr id="9" name="Tarjeta explicación"/>
          <p:cNvSpPr/>
          <p:nvPr/>
        </p:nvSpPr>
        <p:spPr>
          <a:xfrm>
            <a:off x="7863840" y="1874520"/>
            <a:ext cx="37764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103120"/>
            <a:ext cx="640080" cy="640080"/>
          </a:xfrm>
          <a:prstGeom prst="rect">
            <a:avLst/>
          </a:prstGeom>
        </p:spPr>
      </p:pic>
      <p:sp>
        <p:nvSpPr>
          <p:cNvPr id="11" name="Explicación"/>
          <p:cNvSpPr txBox="1"/>
          <p:nvPr/>
        </p:nvSpPr>
        <p:spPr>
          <a:xfrm>
            <a:off x="8138160" y="2926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 repite el dato.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confirma que lo entendió.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EXPRESIÓN 2: LO QUE TE PASÓ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suaviza la interrupción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didn’t catch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explica lo que te pasó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that.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 refiere a lo que dijeron</a:t>
            </a:r>
            <a:endParaRPr lang="en-US" sz="2400" dirty="0"/>
          </a:p>
        </p:txBody>
      </p:sp>
      <p:sp>
        <p:nvSpPr>
          <p:cNvPr id="19" name="Barra significado y tip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Perdón, no alcancé a escuchar eso.</a:t>
            </a:r>
            <a:endParaRPr lang="en-US" sz="2800" dirty="0"/>
          </a:p>
        </p:txBody>
      </p:sp>
      <p:sp>
        <p:nvSpPr>
          <p:cNvPr id="21" name="Tip Mercedes"/>
          <p:cNvSpPr txBox="1"/>
          <p:nvPr/>
        </p:nvSpPr>
        <p:spPr>
          <a:xfrm>
            <a:off x="868680" y="4983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Mercedes:  </a:t>
            </a:r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“catch” significa alcanzar a escuchar.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OTRO EJEMPLO: ¿DÓNDE VIVES?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70408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Diálogo"/>
          <p:cNvSpPr txBox="1"/>
          <p:nvPr/>
        </p:nvSpPr>
        <p:spPr>
          <a:xfrm>
            <a:off x="868680" y="20574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Where do you live?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live in Houston.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problem. I said, “I live in Houston.”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live in Houston. Nice.</a:t>
            </a:r>
            <a:endParaRPr lang="en-US" sz="2400" dirty="0"/>
          </a:p>
        </p:txBody>
      </p:sp>
      <p:sp>
        <p:nvSpPr>
          <p:cNvPr id="9" name="Tarjeta explicación"/>
          <p:cNvSpPr/>
          <p:nvPr/>
        </p:nvSpPr>
        <p:spPr>
          <a:xfrm>
            <a:off x="7863840" y="1874520"/>
            <a:ext cx="3776472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103120"/>
            <a:ext cx="640080" cy="640080"/>
          </a:xfrm>
          <a:prstGeom prst="rect">
            <a:avLst/>
          </a:prstGeom>
        </p:spPr>
      </p:pic>
      <p:sp>
        <p:nvSpPr>
          <p:cNvPr id="11" name="Explicación"/>
          <p:cNvSpPr txBox="1"/>
          <p:nvPr/>
        </p:nvSpPr>
        <p:spPr>
          <a:xfrm>
            <a:off x="8138160" y="292608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no escuchó la ciudad.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 repite y A confirma.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PRÁCTICA GUIADA: TE TOCA</a:t>
            </a:r>
            <a:endParaRPr lang="en-US" sz="3600" dirty="0"/>
          </a:p>
        </p:txBody>
      </p:sp>
      <p:sp>
        <p:nvSpPr>
          <p:cNvPr id="7" name="Tarjeta escucha"/>
          <p:cNvSpPr/>
          <p:nvPr/>
        </p:nvSpPr>
        <p:spPr>
          <a:xfrm>
            <a:off x="548640" y="1874520"/>
            <a:ext cx="786384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23160"/>
            <a:ext cx="640080" cy="640080"/>
          </a:xfrm>
          <a:prstGeom prst="rect">
            <a:avLst/>
          </a:prstGeom>
        </p:spPr>
      </p:pic>
      <p:sp>
        <p:nvSpPr>
          <p:cNvPr id="9" name="Escucha"/>
          <p:cNvSpPr txBox="1"/>
          <p:nvPr/>
        </p:nvSpPr>
        <p:spPr>
          <a:xfrm>
            <a:off x="1783080" y="1874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frase.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Piensa durante 5 segundos.</a:t>
            </a:r>
            <a:endParaRPr lang="en-US" sz="2800" dirty="0"/>
          </a:p>
        </p:txBody>
      </p:sp>
      <p:sp>
        <p:nvSpPr>
          <p:cNvPr id="10" name="Tarjeta pregunta"/>
          <p:cNvSpPr/>
          <p:nvPr/>
        </p:nvSpPr>
        <p:spPr>
          <a:xfrm>
            <a:off x="548640" y="3840480"/>
            <a:ext cx="78638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61688"/>
            <a:ext cx="640080" cy="640080"/>
          </a:xfrm>
          <a:prstGeom prst="rect">
            <a:avLst/>
          </a:prstGeom>
        </p:spPr>
      </p:pic>
      <p:sp>
        <p:nvSpPr>
          <p:cNvPr id="12" name="Pregunta"/>
          <p:cNvSpPr txBox="1"/>
          <p:nvPr/>
        </p:nvSpPr>
        <p:spPr>
          <a:xfrm>
            <a:off x="1783080" y="384048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¿Qué puedes decir si no escuchaste bien?</a:t>
            </a:r>
            <a:endParaRPr lang="en-US" sz="3000" dirty="0"/>
          </a:p>
        </p:txBody>
      </p:sp>
      <p:sp>
        <p:nvSpPr>
          <p:cNvPr id="13" name="Marco avatar"/>
          <p:cNvSpPr/>
          <p:nvPr/>
        </p:nvSpPr>
        <p:spPr>
          <a:xfrm>
            <a:off x="868680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Avatar Mercedes" descr="Mercedes, profesora de MMercedesEngli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PRÁCTICA GUIADA: RESPUESTAS</a:t>
            </a:r>
            <a:endParaRPr lang="en-US" sz="3600" dirty="0"/>
          </a:p>
        </p:txBody>
      </p:sp>
      <p:sp>
        <p:nvSpPr>
          <p:cNvPr id="7" name="Opción 1"/>
          <p:cNvSpPr/>
          <p:nvPr/>
        </p:nvSpPr>
        <p:spPr>
          <a:xfrm>
            <a:off x="548640" y="187452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Etiqueta opción 1"/>
          <p:cNvSpPr txBox="1"/>
          <p:nvPr/>
        </p:nvSpPr>
        <p:spPr>
          <a:xfrm>
            <a:off x="86868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Puedes decir:</a:t>
            </a:r>
            <a:endParaRPr lang="en-US" sz="2400" dirty="0"/>
          </a:p>
        </p:txBody>
      </p:sp>
      <p:sp>
        <p:nvSpPr>
          <p:cNvPr id="9" name="Frase opción 1"/>
          <p:cNvSpPr txBox="1"/>
          <p:nvPr/>
        </p:nvSpPr>
        <p:spPr>
          <a:xfrm>
            <a:off x="868680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800" dirty="0"/>
          </a:p>
        </p:txBody>
      </p:sp>
      <p:sp>
        <p:nvSpPr>
          <p:cNvPr id="10" name="Opción 2"/>
          <p:cNvSpPr/>
          <p:nvPr/>
        </p:nvSpPr>
        <p:spPr>
          <a:xfrm>
            <a:off x="6199632" y="1874520"/>
            <a:ext cx="54406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Etiqueta opción 2"/>
          <p:cNvSpPr txBox="1"/>
          <p:nvPr/>
        </p:nvSpPr>
        <p:spPr>
          <a:xfrm>
            <a:off x="6519672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 también:</a:t>
            </a:r>
            <a:endParaRPr lang="en-US" sz="2400" dirty="0"/>
          </a:p>
        </p:txBody>
      </p:sp>
      <p:sp>
        <p:nvSpPr>
          <p:cNvPr id="12" name="Frase opción 2"/>
          <p:cNvSpPr txBox="1"/>
          <p:nvPr/>
        </p:nvSpPr>
        <p:spPr>
          <a:xfrm>
            <a:off x="6519672" y="2423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800" dirty="0"/>
          </a:p>
        </p:txBody>
      </p:sp>
      <p:sp>
        <p:nvSpPr>
          <p:cNvPr id="13" name="Respuesta"/>
          <p:cNvSpPr/>
          <p:nvPr/>
        </p:nvSpPr>
        <p:spPr>
          <a:xfrm>
            <a:off x="548640" y="3840480"/>
            <a:ext cx="11091672" cy="1691640"/>
          </a:xfrm>
          <a:prstGeom prst="roundRect">
            <a:avLst>
              <a:gd name="adj" fmla="val 648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4" name="Ícono check" descr="Corr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361688"/>
            <a:ext cx="640080" cy="640080"/>
          </a:xfrm>
          <a:prstGeom prst="rect">
            <a:avLst/>
          </a:prstGeom>
        </p:spPr>
      </p:pic>
      <p:sp>
        <p:nvSpPr>
          <p:cNvPr id="15" name="Frase respuesta"/>
          <p:cNvSpPr txBox="1"/>
          <p:nvPr/>
        </p:nvSpPr>
        <p:spPr>
          <a:xfrm>
            <a:off x="1783080" y="3840480"/>
            <a:ext cx="9509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respuesta puede ser: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I said, “I’m from Colombia, and I live in Miami.”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ÚLTIMO INTENTO</a:t>
            </a:r>
            <a:endParaRPr lang="en-US" sz="3600" dirty="0"/>
          </a:p>
        </p:txBody>
      </p:sp>
      <p:sp>
        <p:nvSpPr>
          <p:cNvPr id="7" name="Tarjeta escucha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9" name="Escucha"/>
          <p:cNvSpPr txBox="1"/>
          <p:nvPr/>
        </p:nvSpPr>
        <p:spPr>
          <a:xfrm>
            <a:off x="868680" y="283464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frase.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Espera 5 segundos.</a:t>
            </a:r>
            <a:endParaRPr lang="en-US" sz="2800" dirty="0"/>
          </a:p>
        </p:txBody>
      </p:sp>
      <p:sp>
        <p:nvSpPr>
          <p:cNvPr id="10" name="Tarjeta pedir repetición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640080" cy="640080"/>
          </a:xfrm>
          <a:prstGeom prst="rect">
            <a:avLst/>
          </a:prstGeom>
        </p:spPr>
      </p:pic>
      <p:sp>
        <p:nvSpPr>
          <p:cNvPr id="12" name="Pedir repetición"/>
          <p:cNvSpPr txBox="1"/>
          <p:nvPr/>
        </p:nvSpPr>
        <p:spPr>
          <a:xfrm>
            <a:off x="6519672" y="283464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que lo repitan con la expresión que prefieras.</a:t>
            </a:r>
            <a:endParaRPr lang="en-US" sz="2800" dirty="0"/>
          </a:p>
        </p:txBody>
      </p:sp>
      <p:sp>
        <p:nvSpPr>
          <p:cNvPr id="13" name="Barra pregunta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Pregunta"/>
          <p:cNvSpPr txBox="1"/>
          <p:nvPr/>
        </p:nvSpPr>
        <p:spPr>
          <a:xfrm>
            <a:off x="86868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otra vez y responde: ¿qué le gusta hacer?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RESPUESTA</a:t>
            </a:r>
            <a:endParaRPr lang="en-US" sz="3600" dirty="0"/>
          </a:p>
        </p:txBody>
      </p:sp>
      <p:sp>
        <p:nvSpPr>
          <p:cNvPr id="7" name="Tarjeta dato"/>
          <p:cNvSpPr/>
          <p:nvPr/>
        </p:nvSpPr>
        <p:spPr>
          <a:xfrm>
            <a:off x="548640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hiking" descr="Camina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731520" cy="731520"/>
          </a:xfrm>
          <a:prstGeom prst="rect">
            <a:avLst/>
          </a:prstGeom>
        </p:spPr>
      </p:pic>
      <p:sp>
        <p:nvSpPr>
          <p:cNvPr id="9" name="Dato"/>
          <p:cNvSpPr txBox="1"/>
          <p:nvPr/>
        </p:nvSpPr>
        <p:spPr>
          <a:xfrm>
            <a:off x="868680" y="31089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hiking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= hacer caminatas</a:t>
            </a:r>
            <a:endParaRPr lang="en-US" sz="2400" dirty="0"/>
          </a:p>
        </p:txBody>
      </p:sp>
      <p:sp>
        <p:nvSpPr>
          <p:cNvPr id="10" name="Tarjeta respuesta"/>
          <p:cNvSpPr/>
          <p:nvPr/>
        </p:nvSpPr>
        <p:spPr>
          <a:xfrm>
            <a:off x="6199632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check" descr="Correc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48840"/>
            <a:ext cx="731520" cy="731520"/>
          </a:xfrm>
          <a:prstGeom prst="rect">
            <a:avLst/>
          </a:prstGeom>
        </p:spPr>
      </p:pic>
      <p:sp>
        <p:nvSpPr>
          <p:cNvPr id="12" name="Respuesta"/>
          <p:cNvSpPr txBox="1"/>
          <p:nvPr/>
        </p:nvSpPr>
        <p:spPr>
          <a:xfrm>
            <a:off x="6519672" y="31089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Para completar la interacción: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Oh, you like hiking. That sounds fun.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DOS FORMAS CORTESES</a:t>
            </a:r>
            <a:endParaRPr lang="en-US" sz="3600" dirty="0"/>
          </a:p>
        </p:txBody>
      </p:sp>
      <p:sp>
        <p:nvSpPr>
          <p:cNvPr id="7" name="Expresiones"/>
          <p:cNvSpPr/>
          <p:nvPr/>
        </p:nvSpPr>
        <p:spPr>
          <a:xfrm>
            <a:off x="548640" y="1874520"/>
            <a:ext cx="786384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Frases"/>
          <p:cNvSpPr txBox="1"/>
          <p:nvPr/>
        </p:nvSpPr>
        <p:spPr>
          <a:xfrm>
            <a:off x="868680" y="187452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could you say that again?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Sorry, I didn’t catch that.</a:t>
            </a:r>
            <a:endParaRPr lang="en-US" sz="2800" dirty="0"/>
          </a:p>
        </p:txBody>
      </p:sp>
      <p:sp>
        <p:nvSpPr>
          <p:cNvPr id="9" name="Dos pasos"/>
          <p:cNvSpPr/>
          <p:nvPr/>
        </p:nvSpPr>
        <p:spPr>
          <a:xfrm>
            <a:off x="548640" y="3657600"/>
            <a:ext cx="786384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Paso 1"/>
          <p:cNvSpPr txBox="1"/>
          <p:nvPr/>
        </p:nvSpPr>
        <p:spPr>
          <a:xfrm>
            <a:off x="868680" y="3657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1. Pide que repitan</a:t>
            </a:r>
            <a:endParaRPr lang="en-US" sz="2400" dirty="0"/>
          </a:p>
        </p:txBody>
      </p:sp>
      <p:sp>
        <p:nvSpPr>
          <p:cNvPr id="11" name="Paso 2"/>
          <p:cNvSpPr txBox="1"/>
          <p:nvPr/>
        </p:nvSpPr>
        <p:spPr>
          <a:xfrm>
            <a:off x="4572000" y="3657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2. Responde al dato</a:t>
            </a:r>
            <a:endParaRPr lang="en-US" sz="2400" dirty="0"/>
          </a:p>
        </p:txBody>
      </p:sp>
      <p:sp>
        <p:nvSpPr>
          <p:cNvPr id="12" name="Pregunta de salida"/>
          <p:cNvSpPr/>
          <p:nvPr/>
        </p:nvSpPr>
        <p:spPr>
          <a:xfrm>
            <a:off x="548640" y="4709160"/>
            <a:ext cx="7863840" cy="1600200"/>
          </a:xfrm>
          <a:prstGeom prst="roundRect">
            <a:avLst>
              <a:gd name="adj" fmla="val 6857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Pregunta"/>
          <p:cNvSpPr txBox="1"/>
          <p:nvPr/>
        </p:nvSpPr>
        <p:spPr>
          <a:xfrm>
            <a:off x="868680" y="4709160"/>
            <a:ext cx="7223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Pregunta de salida: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¿Cómo pedirías que repitan si no escuchas “I’m a nurse”?</a:t>
            </a:r>
            <a:endParaRPr lang="en-US" sz="2400" dirty="0"/>
          </a:p>
        </p:txBody>
      </p:sp>
      <p:sp>
        <p:nvSpPr>
          <p:cNvPr id="14" name="Marco avatar"/>
          <p:cNvSpPr/>
          <p:nvPr/>
        </p:nvSpPr>
        <p:spPr>
          <a:xfrm>
            <a:off x="868680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MercedesEnglish">
  <a:themeElements>
    <a:clrScheme name="MMercedesEnglish">
      <a:dk1>
        <a:srgbClr val="0D1B3E"/>
      </a:dk1>
      <a:lt1>
        <a:srgbClr val="FFFFFF"/>
      </a:lt1>
      <a:dk2>
        <a:srgbClr val="BE9100"/>
      </a:dk2>
      <a:lt2>
        <a:srgbClr val="FFFBF0"/>
      </a:lt2>
      <a:accent1>
        <a:srgbClr val="FFD23F"/>
      </a:accent1>
      <a:accent2>
        <a:srgbClr val="0D1B3E"/>
      </a:accent2>
      <a:accent3>
        <a:srgbClr val="BE9100"/>
      </a:accent3>
      <a:accent4>
        <a:srgbClr val="FFFBF0"/>
      </a:accent4>
      <a:accent5>
        <a:srgbClr val="FFFFFF"/>
      </a:accent5>
      <a:accent6>
        <a:srgbClr val="FFD23F"/>
      </a:accent6>
      <a:hlink>
        <a:srgbClr val="0D1B3E"/>
      </a:hlink>
      <a:folHlink>
        <a:srgbClr val="BE9100"/>
      </a:folHlink>
    </a:clrScheme>
    <a:fontScheme name="MMercedesEnglish">
      <a:majorFont>
        <a:latin typeface="Big Shoulder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Work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Microclase: Sorry, could you say that again?</dc:title>
  <dc:subject>PptxGenJS Presentation</dc:subject>
  <dc:creator>MMercedesEnglish</dc:creator>
  <cp:lastModifiedBy>MMercedesEnglish</cp:lastModifiedBy>
  <cp:revision>1</cp:revision>
  <dcterms:created xsi:type="dcterms:W3CDTF">2026-10-06T02:43:14Z</dcterms:created>
  <dcterms:modified xsi:type="dcterms:W3CDTF">2026-10-06T02:43:14Z</dcterms:modified>
</cp:coreProperties>
</file>